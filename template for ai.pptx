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esh Kapare" userId="4d729331-07b8-4297-952e-81c095eab7cc" providerId="ADAL" clId="{C96DA808-460A-4ABE-9E05-B1BAFCB19CEB}"/>
    <pc:docChg chg="undo custSel modSld">
      <pc:chgData name="Suresh Kapare" userId="4d729331-07b8-4297-952e-81c095eab7cc" providerId="ADAL" clId="{C96DA808-460A-4ABE-9E05-B1BAFCB19CEB}" dt="2026-03-25T12:43:47.744" v="77" actId="14100"/>
      <pc:docMkLst>
        <pc:docMk/>
      </pc:docMkLst>
      <pc:sldChg chg="addSp delSp modSp mod">
        <pc:chgData name="Suresh Kapare" userId="4d729331-07b8-4297-952e-81c095eab7cc" providerId="ADAL" clId="{C96DA808-460A-4ABE-9E05-B1BAFCB19CEB}" dt="2026-03-25T12:43:14.396" v="72" actId="20577"/>
        <pc:sldMkLst>
          <pc:docMk/>
          <pc:sldMk cId="0" sldId="291"/>
        </pc:sldMkLst>
        <pc:spChg chg="mod">
          <ac:chgData name="Suresh Kapare" userId="4d729331-07b8-4297-952e-81c095eab7cc" providerId="ADAL" clId="{C96DA808-460A-4ABE-9E05-B1BAFCB19CEB}" dt="2026-03-25T12:42:22.009" v="24" actId="20577"/>
          <ac:spMkLst>
            <pc:docMk/>
            <pc:sldMk cId="0" sldId="291"/>
            <ac:spMk id="8" creationId="{00000000-0000-0000-0000-000000000000}"/>
          </ac:spMkLst>
        </pc:spChg>
        <pc:spChg chg="mod">
          <ac:chgData name="Suresh Kapare" userId="4d729331-07b8-4297-952e-81c095eab7cc" providerId="ADAL" clId="{C96DA808-460A-4ABE-9E05-B1BAFCB19CEB}" dt="2026-03-25T12:43:14.396" v="72" actId="20577"/>
          <ac:spMkLst>
            <pc:docMk/>
            <pc:sldMk cId="0" sldId="291"/>
            <ac:spMk id="10" creationId="{00000000-0000-0000-0000-000000000000}"/>
          </ac:spMkLst>
        </pc:spChg>
        <pc:picChg chg="add del">
          <ac:chgData name="Suresh Kapare" userId="4d729331-07b8-4297-952e-81c095eab7cc" providerId="ADAL" clId="{C96DA808-460A-4ABE-9E05-B1BAFCB19CEB}" dt="2026-03-25T12:42:47.233" v="26" actId="478"/>
          <ac:picMkLst>
            <pc:docMk/>
            <pc:sldMk cId="0" sldId="291"/>
            <ac:picMk id="3" creationId="{2AC417F0-1D78-DBFD-E8D2-BAE8860B074F}"/>
          </ac:picMkLst>
        </pc:picChg>
      </pc:sldChg>
      <pc:sldChg chg="addSp delSp modSp mod">
        <pc:chgData name="Suresh Kapare" userId="4d729331-07b8-4297-952e-81c095eab7cc" providerId="ADAL" clId="{C96DA808-460A-4ABE-9E05-B1BAFCB19CEB}" dt="2026-03-25T12:43:47.744" v="77" actId="14100"/>
        <pc:sldMkLst>
          <pc:docMk/>
          <pc:sldMk cId="1588084416" sldId="297"/>
        </pc:sldMkLst>
        <pc:spChg chg="del">
          <ac:chgData name="Suresh Kapare" userId="4d729331-07b8-4297-952e-81c095eab7cc" providerId="ADAL" clId="{C96DA808-460A-4ABE-9E05-B1BAFCB19CEB}" dt="2026-03-25T12:43:38.816" v="74" actId="478"/>
          <ac:spMkLst>
            <pc:docMk/>
            <pc:sldMk cId="1588084416" sldId="297"/>
            <ac:spMk id="3" creationId="{00000000-0000-0000-0000-000000000000}"/>
          </ac:spMkLst>
        </pc:spChg>
        <pc:spChg chg="add mod">
          <ac:chgData name="Suresh Kapare" userId="4d729331-07b8-4297-952e-81c095eab7cc" providerId="ADAL" clId="{C96DA808-460A-4ABE-9E05-B1BAFCB19CEB}" dt="2026-03-25T12:43:47.744" v="77" actId="14100"/>
          <ac:spMkLst>
            <pc:docMk/>
            <pc:sldMk cId="1588084416" sldId="297"/>
            <ac:spMk id="8" creationId="{91F81967-9D27-FB47-1952-07E16A57CD00}"/>
          </ac:spMkLst>
        </pc:spChg>
        <pc:spChg chg="mod">
          <ac:chgData name="Suresh Kapare" userId="4d729331-07b8-4297-952e-81c095eab7cc" providerId="ADAL" clId="{C96DA808-460A-4ABE-9E05-B1BAFCB19CEB}" dt="2026-03-25T12:43:36.496" v="73" actId="21"/>
          <ac:spMkLst>
            <pc:docMk/>
            <pc:sldMk cId="1588084416" sldId="297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5/1/2026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60985" y="1462691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8435" y="2668677"/>
            <a:ext cx="7677088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Agriculture / Healthcare / Fintech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7A54D8-372E-CDAB-369E-CD0A958FF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8342" y="25611"/>
            <a:ext cx="1025764" cy="10257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8A2683-0B25-5704-926D-C49B597E0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7752" y="58992"/>
            <a:ext cx="6368998" cy="14711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0956C4-7B9A-8878-5492-17FC05722309}"/>
              </a:ext>
            </a:extLst>
          </p:cNvPr>
          <p:cNvSpPr txBox="1"/>
          <p:nvPr/>
        </p:nvSpPr>
        <p:spPr>
          <a:xfrm>
            <a:off x="3834584" y="1553494"/>
            <a:ext cx="5263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“FROM CIRCUIT TO INTELLIGENCE”</a:t>
            </a:r>
            <a:endParaRPr lang="en-IN" sz="2000" dirty="0">
              <a:latin typeface="Open Sans" panose="020F0502020204030204" pitchFamily="34" charset="0"/>
              <a:ea typeface="Open Sans" panose="020F0502020204030204" pitchFamily="34" charset="0"/>
              <a:cs typeface="Open Sans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2070497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15A4DB-1EE2-B5F9-F587-95E0B2838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236" y="25611"/>
            <a:ext cx="1025764" cy="10257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B3C75E-9713-5608-DC05-B781DCC89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236" y="25611"/>
            <a:ext cx="1025764" cy="1025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00CC1D-43D2-D200-5D8B-78F4991B7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236" y="25611"/>
            <a:ext cx="1025764" cy="102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46ADCC-4BD9-0F5B-FA46-0ACC2837A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236" y="25611"/>
            <a:ext cx="1025764" cy="102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905780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E74301-27D4-40E8-EB2D-E534A9DC5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6236" y="25611"/>
            <a:ext cx="1025764" cy="1025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F81967-9D27-FB47-1952-07E16A57CD00}"/>
              </a:ext>
            </a:extLst>
          </p:cNvPr>
          <p:cNvSpPr txBox="1"/>
          <p:nvPr/>
        </p:nvSpPr>
        <p:spPr>
          <a:xfrm>
            <a:off x="718983" y="1742372"/>
            <a:ext cx="10740513" cy="2727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( Including the title slide)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Keep your explanation precise and easy to understand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Idea should be unique and novel.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7526</TotalTime>
  <Words>315</Words>
  <Application>Microsoft Office PowerPoint</Application>
  <PresentationFormat>Widescreen</PresentationFormat>
  <Paragraphs>58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Open Sans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Riya Pandey</cp:lastModifiedBy>
  <cp:revision>149</cp:revision>
  <dcterms:created xsi:type="dcterms:W3CDTF">2013-12-12T18:46:50Z</dcterms:created>
  <dcterms:modified xsi:type="dcterms:W3CDTF">2026-05-01T08:45:59Z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65487c9-99ed-4cbc-93a8-0e9b1796bde5_Enabled">
    <vt:lpwstr>true</vt:lpwstr>
  </property>
  <property fmtid="{D5CDD505-2E9C-101B-9397-08002B2CF9AE}" pid="3" name="MSIP_Label_e65487c9-99ed-4cbc-93a8-0e9b1796bde5_SetDate">
    <vt:lpwstr>2025-12-20T06:40:02Z</vt:lpwstr>
  </property>
  <property fmtid="{D5CDD505-2E9C-101B-9397-08002B2CF9AE}" pid="4" name="MSIP_Label_e65487c9-99ed-4cbc-93a8-0e9b1796bde5_Method">
    <vt:lpwstr>Standard</vt:lpwstr>
  </property>
  <property fmtid="{D5CDD505-2E9C-101B-9397-08002B2CF9AE}" pid="5" name="MSIP_Label_e65487c9-99ed-4cbc-93a8-0e9b1796bde5_Name">
    <vt:lpwstr>defa4170-0d19-0005-0004-bc88714345d2</vt:lpwstr>
  </property>
  <property fmtid="{D5CDD505-2E9C-101B-9397-08002B2CF9AE}" pid="6" name="MSIP_Label_e65487c9-99ed-4cbc-93a8-0e9b1796bde5_SiteId">
    <vt:lpwstr>03cb5f0c-1f82-4993-9621-36330f6309ec</vt:lpwstr>
  </property>
  <property fmtid="{D5CDD505-2E9C-101B-9397-08002B2CF9AE}" pid="7" name="MSIP_Label_e65487c9-99ed-4cbc-93a8-0e9b1796bde5_ActionId">
    <vt:lpwstr>3f78dc3a-7ecf-47c3-9e2d-c7034f4499d7</vt:lpwstr>
  </property>
  <property fmtid="{D5CDD505-2E9C-101B-9397-08002B2CF9AE}" pid="8" name="MSIP_Label_e65487c9-99ed-4cbc-93a8-0e9b1796bde5_ContentBits">
    <vt:lpwstr>0</vt:lpwstr>
  </property>
  <property fmtid="{D5CDD505-2E9C-101B-9397-08002B2CF9AE}" pid="9" name="MSIP_Label_e65487c9-99ed-4cbc-93a8-0e9b1796bde5_Tag">
    <vt:lpwstr>10, 3, 0, 1</vt:lpwstr>
  </property>
</Properties>
</file>